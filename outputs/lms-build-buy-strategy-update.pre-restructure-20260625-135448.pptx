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Deployed logic: GCP automated validation script.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response: email back to LSP.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evidence: PostgreSQL record.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path: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 to adjust while process details change.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current LSP disbursement flow intact.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Creates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strong operating surface.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exception handling remains.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Audit, access, monitoring, and SDLC controls are limited.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More LSPs will increase operational drag.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an in-house LMS platform using the current prototype as learning evidence.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exists, but is not deployed, not scale-ready, and has no production infrastructure yet.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Pros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More control over workflow, audit model, integrations, security standards, and Databricks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engineering capacity, Azure infrastructure, SDLC, support model, security review, and time.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Select and integrate a vendor LMS / loan operations platform after formal assessment.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Multiple vendors are being assessed; proper diligence will take several months and audits.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Pros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Faster access to mature features, vendor support, and lower initial engineering build effort.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risk, integration dependency, customization limits, audit findings, and unclear ownership split.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Prototype Implemented: What It Means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Informative prototype, not production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A04C6A-6663-47D3-B88A-6B4F7C042021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8D516C-E385-426D-A077-0C2A3EFA1E54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E40E9-F1D0-40DD-8C7A-F0477E046FF3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D9FC0-5A77-4909-9B99-86FD41B32690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working concept for validation, approval, data capture, and basic workflow.</a:t>
            </a:r>
          </a:p>
          <a:p>
            <a:endParaRPr sz="1200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Useful for learning and vendor comparison.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C2562E-2B12-470D-B010-0DB5DE2A0A48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BB54C-D1A4-4DDA-A25A-E9A0A11D13B2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CDD1A7-D0BF-41B0-B760-B3C5A1CB9638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does not exist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0E833-8B8A-452D-B1C2-ACB06290D584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deployment.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Azure India subscription or production infrastructure.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proven HA, DR, monitoring, support model, or security certification.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E839E0-3579-4626-BC55-7647AB07D2E3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8F6DC-0443-45D6-8A5E-DB755D4C88B0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C71DAE-A388-40CA-80B9-3F24F609E779}"/>
              </a:ext>
            </a:extLst>
          </p:cNvPr>
          <p:cNvSpPr>
            <a:spLocks noGrp="1"/>
          </p:cNvSpPr>
          <p:nvPr/>
        </p:nvSpPr>
        <p:spPr>
          <a:xfrm>
            <a:off x="84963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interactions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A3CA6-8C1E-4D88-933D-8A3B41511DC7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review exceptions, approve decisions, manage partner issues, and own follow-up.</a:t>
            </a:r>
          </a:p>
          <a:p>
            <a:endParaRPr sz="1163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platform should make these steps auditable.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7C94A3-01D6-4CD6-97F2-C0C1FB3887C4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9906000" cy="571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D7A4D3-22BB-4AE0-8BFF-6B3E0E5DCD75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6ECCD3-16C1-4F0C-B7AA-F6740EE08D80}"/>
              </a:ext>
            </a:extLst>
          </p:cNvPr>
          <p:cNvSpPr>
            <a:spLocks noGrp="1"/>
          </p:cNvSpPr>
          <p:nvPr/>
        </p:nvSpPr>
        <p:spPr>
          <a:xfrm>
            <a:off x="15049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AEAEC-1B39-4E42-AE14-63899BFF5D74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E428C7-FE9A-42EB-A2F7-243EBC02DDEB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7757DF-5878-4B17-A430-6AA45C66D214}"/>
              </a:ext>
            </a:extLst>
          </p:cNvPr>
          <p:cNvSpPr>
            <a:spLocks noGrp="1"/>
          </p:cNvSpPr>
          <p:nvPr/>
        </p:nvSpPr>
        <p:spPr>
          <a:xfrm>
            <a:off x="42862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F7D02-E430-419A-B142-63F6548135CD}"/>
              </a:ext>
            </a:extLst>
          </p:cNvPr>
          <p:cNvSpPr>
            <a:spLocks noGrp="1"/>
          </p:cNvSpPr>
          <p:nvPr/>
        </p:nvSpPr>
        <p:spPr>
          <a:xfrm>
            <a:off x="39243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CD7EDF-9811-484A-B3F8-3B2A1083B1F0}"/>
              </a:ext>
            </a:extLst>
          </p:cNvPr>
          <p:cNvSpPr>
            <a:spLocks noGrp="1"/>
          </p:cNvSpPr>
          <p:nvPr/>
        </p:nvSpPr>
        <p:spPr>
          <a:xfrm>
            <a:off x="70675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B66B00-C93E-4EBC-92D3-B5FD7102BB06}"/>
              </a:ext>
            </a:extLst>
          </p:cNvPr>
          <p:cNvSpPr>
            <a:spLocks noGrp="1"/>
          </p:cNvSpPr>
          <p:nvPr/>
        </p:nvSpPr>
        <p:spPr>
          <a:xfrm>
            <a:off x="70675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B978E8-9CAA-40E1-B169-964DA808097F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AC7A163-0676-4671-AD62-23661A2C55CC}"/>
              </a:ext>
            </a:extLst>
          </p:cNvPr>
          <p:cNvSpPr>
            <a:spLocks noGrp="1"/>
          </p:cNvSpPr>
          <p:nvPr/>
        </p:nvSpPr>
        <p:spPr>
          <a:xfrm>
            <a:off x="98488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893A62-DBE5-47ED-A71F-A1BB7E2E055E}"/>
              </a:ext>
            </a:extLst>
          </p:cNvPr>
          <p:cNvSpPr>
            <a:spLocks noGrp="1"/>
          </p:cNvSpPr>
          <p:nvPr/>
        </p:nvSpPr>
        <p:spPr>
          <a:xfrm>
            <a:off x="98488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57A72C-3D94-44FE-B3F9-79E1538F19BF}"/>
              </a:ext>
            </a:extLst>
          </p:cNvPr>
          <p:cNvSpPr>
            <a:spLocks noGrp="1"/>
          </p:cNvSpPr>
          <p:nvPr/>
        </p:nvSpPr>
        <p:spPr>
          <a:xfrm>
            <a:off x="94869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27773A-2345-49AF-B6F6-3FED845225D4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state sits at the first point: useful evidence, but not ready for external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Governance and Operational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Governance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board approves.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IAM + Platform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SRE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handles partner issues.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 across platform, support, infra, security, governance.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To finalize in Miro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Principle: automate the evidence, but keep accountable people visible for approvals, exceptions, and operational ownership.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016B6FC-ACEB-4F56-B3AF-A88CC2363E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CI/CD and Change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763ADD-985F-412F-84BA-4F11925E6B1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GitHub once the in-house code path is approved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942759-8F31-4F3F-852A-291D554EEA1F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10AFE1-EC95-44AB-AD65-FF418F1EF78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430DFA-6710-47A1-AB28-0721DF6F4E1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AC7820-5956-4E2F-8FC1-59B1C9395A61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C5684-65B5-40FD-8F2C-6B2CF0C965D5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263730-01BB-4E4D-9593-306DEA05F1EA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Change 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942F8D-7128-42E4-9E07-2C1141AD693F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Business reason, risk, owner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E1EC188-9685-4C41-BF01-6AC783899063}"/>
              </a:ext>
            </a:extLst>
          </p:cNvPr>
          <p:cNvSpPr>
            <a:spLocks noGrp="1"/>
          </p:cNvSpPr>
          <p:nvPr/>
        </p:nvSpPr>
        <p:spPr>
          <a:xfrm>
            <a:off x="2190750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CC269B-E415-411F-91C6-4BBFB7012859}"/>
              </a:ext>
            </a:extLst>
          </p:cNvPr>
          <p:cNvSpPr>
            <a:spLocks noGrp="1"/>
          </p:cNvSpPr>
          <p:nvPr/>
        </p:nvSpPr>
        <p:spPr>
          <a:xfrm>
            <a:off x="248602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FC4303-BE72-45A2-8EFC-77F6E05099DF}"/>
              </a:ext>
            </a:extLst>
          </p:cNvPr>
          <p:cNvSpPr>
            <a:spLocks noGrp="1"/>
          </p:cNvSpPr>
          <p:nvPr/>
        </p:nvSpPr>
        <p:spPr>
          <a:xfrm>
            <a:off x="2486025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D3CFC0-2CA7-4EFF-B76A-777E7F301C16}"/>
              </a:ext>
            </a:extLst>
          </p:cNvPr>
          <p:cNvSpPr>
            <a:spLocks noGrp="1"/>
          </p:cNvSpPr>
          <p:nvPr/>
        </p:nvSpPr>
        <p:spPr>
          <a:xfrm>
            <a:off x="267652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GitHub PR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7CC5F3-5352-4DE9-8437-113329D58D01}"/>
              </a:ext>
            </a:extLst>
          </p:cNvPr>
          <p:cNvSpPr>
            <a:spLocks noGrp="1"/>
          </p:cNvSpPr>
          <p:nvPr/>
        </p:nvSpPr>
        <p:spPr>
          <a:xfrm>
            <a:off x="267652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Peer review and traceability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C37D149-9135-42BB-8FB4-60B1F1478228}"/>
              </a:ext>
            </a:extLst>
          </p:cNvPr>
          <p:cNvSpPr>
            <a:spLocks noGrp="1"/>
          </p:cNvSpPr>
          <p:nvPr/>
        </p:nvSpPr>
        <p:spPr>
          <a:xfrm>
            <a:off x="4067175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0B1F45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4011C4-6291-439A-A085-0F66D22D8D3A}"/>
              </a:ext>
            </a:extLst>
          </p:cNvPr>
          <p:cNvSpPr>
            <a:spLocks noGrp="1"/>
          </p:cNvSpPr>
          <p:nvPr/>
        </p:nvSpPr>
        <p:spPr>
          <a:xfrm>
            <a:off x="436245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D470F-8C7F-4FDD-BE87-48127A7E95B4}"/>
              </a:ext>
            </a:extLst>
          </p:cNvPr>
          <p:cNvSpPr>
            <a:spLocks noGrp="1"/>
          </p:cNvSpPr>
          <p:nvPr/>
        </p:nvSpPr>
        <p:spPr>
          <a:xfrm>
            <a:off x="4362450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C71E54-CC96-41BA-A50B-A3A5B53B3778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Automated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FB3099-5B34-4E70-B63A-B262279714FF}"/>
              </a:ext>
            </a:extLst>
          </p:cNvPr>
          <p:cNvSpPr>
            <a:spLocks noGrp="1"/>
          </p:cNvSpPr>
          <p:nvPr/>
        </p:nvSpPr>
        <p:spPr>
          <a:xfrm>
            <a:off x="455295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Tests, lint, build, API contract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E27068D-A60F-49A2-8399-21C478DF5EEA}"/>
              </a:ext>
            </a:extLst>
          </p:cNvPr>
          <p:cNvSpPr>
            <a:spLocks noGrp="1"/>
          </p:cNvSpPr>
          <p:nvPr/>
        </p:nvSpPr>
        <p:spPr>
          <a:xfrm>
            <a:off x="5943600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6599D94-DC51-4AF7-A1D3-8BAA2E5EC9E9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D4A6E9-340E-4EF7-8760-5603C5C3BF99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49612-E39A-4A68-87D4-CE63EFF60A98}"/>
              </a:ext>
            </a:extLst>
          </p:cNvPr>
          <p:cNvSpPr>
            <a:spLocks noGrp="1"/>
          </p:cNvSpPr>
          <p:nvPr/>
        </p:nvSpPr>
        <p:spPr>
          <a:xfrm>
            <a:off x="642937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2EC353-58DA-47B1-ABA6-3CC572FD5F5D}"/>
              </a:ext>
            </a:extLst>
          </p:cNvPr>
          <p:cNvSpPr>
            <a:spLocks noGrp="1"/>
          </p:cNvSpPr>
          <p:nvPr/>
        </p:nvSpPr>
        <p:spPr>
          <a:xfrm>
            <a:off x="642937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GitHub security, dependency and secret checks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2ABC80F-48AE-4470-94F2-E57EE3E7DCDC}"/>
              </a:ext>
            </a:extLst>
          </p:cNvPr>
          <p:cNvSpPr>
            <a:spLocks noGrp="1"/>
          </p:cNvSpPr>
          <p:nvPr/>
        </p:nvSpPr>
        <p:spPr>
          <a:xfrm>
            <a:off x="7820025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B9D94F-2F15-4A32-BE4E-788396E4EFDD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23FB50-F564-4B65-9D91-A36D4E4F567E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3B5D68-7694-4BB3-ACEA-14722EC135E2}"/>
              </a:ext>
            </a:extLst>
          </p:cNvPr>
          <p:cNvSpPr>
            <a:spLocks noGrp="1"/>
          </p:cNvSpPr>
          <p:nvPr/>
        </p:nvSpPr>
        <p:spPr>
          <a:xfrm>
            <a:off x="830580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7EC0EF-A7F1-432B-BED2-14EFEE638111}"/>
              </a:ext>
            </a:extLst>
          </p:cNvPr>
          <p:cNvSpPr>
            <a:spLocks noGrp="1"/>
          </p:cNvSpPr>
          <p:nvPr/>
        </p:nvSpPr>
        <p:spPr>
          <a:xfrm>
            <a:off x="830580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Product, engineering, IT security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9192868-D551-430E-A9D5-B29B233B6B4F}"/>
              </a:ext>
            </a:extLst>
          </p:cNvPr>
          <p:cNvSpPr>
            <a:spLocks noGrp="1"/>
          </p:cNvSpPr>
          <p:nvPr/>
        </p:nvSpPr>
        <p:spPr>
          <a:xfrm>
            <a:off x="9696450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CAE7DF7-3DC9-4368-854A-EA8AA1986ACF}"/>
              </a:ext>
            </a:extLst>
          </p:cNvPr>
          <p:cNvSpPr>
            <a:spLocks noGrp="1"/>
          </p:cNvSpPr>
          <p:nvPr/>
        </p:nvSpPr>
        <p:spPr>
          <a:xfrm>
            <a:off x="999172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F404A8-CA57-4221-9CB3-73CF4FD3C96E}"/>
              </a:ext>
            </a:extLst>
          </p:cNvPr>
          <p:cNvSpPr>
            <a:spLocks noGrp="1"/>
          </p:cNvSpPr>
          <p:nvPr/>
        </p:nvSpPr>
        <p:spPr>
          <a:xfrm>
            <a:off x="9991725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94A129-0547-4A23-AB96-2401BAD063FB}"/>
              </a:ext>
            </a:extLst>
          </p:cNvPr>
          <p:cNvSpPr>
            <a:spLocks noGrp="1"/>
          </p:cNvSpPr>
          <p:nvPr/>
        </p:nvSpPr>
        <p:spPr>
          <a:xfrm>
            <a:off x="1018222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4CCF6F-424A-4CD5-B8EB-2CD38F28AA48}"/>
              </a:ext>
            </a:extLst>
          </p:cNvPr>
          <p:cNvSpPr>
            <a:spLocks noGrp="1"/>
          </p:cNvSpPr>
          <p:nvPr/>
        </p:nvSpPr>
        <p:spPr>
          <a:xfrm>
            <a:off x="1018222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 with rollback plan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EB04665-9951-472E-9806-3EAB375F9793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2F5F77-8FD4-4649-B3CE-80D997CE30E1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57150" cy="14287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F99993-7F6F-45AF-B7A5-2D276B996CB8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Why GitHub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E3CCD8-5D69-45A3-90D9-E99320AA2AD7}"/>
              </a:ext>
            </a:extLst>
          </p:cNvPr>
          <p:cNvSpPr>
            <a:spLocks noGrp="1"/>
          </p:cNvSpPr>
          <p:nvPr/>
        </p:nvSpPr>
        <p:spPr>
          <a:xfrm>
            <a:off x="12382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place for code review, CI/CD evidence, security alerts, and release traceability.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E0FD4D4-ACA3-4DEC-9F8D-11FA224596D6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69F422-257C-41B2-81AB-57C504DF9170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57150" cy="14287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4DB773-3DF5-4166-AFF2-CD70A171FF04}"/>
              </a:ext>
            </a:extLst>
          </p:cNvPr>
          <p:cNvSpPr>
            <a:spLocks noGrp="1"/>
          </p:cNvSpPr>
          <p:nvPr/>
        </p:nvSpPr>
        <p:spPr>
          <a:xfrm>
            <a:off x="48577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05863E-91FE-4011-A6C4-D6EBFFFA093A}"/>
              </a:ext>
            </a:extLst>
          </p:cNvPr>
          <p:cNvSpPr>
            <a:spLocks noGrp="1"/>
          </p:cNvSpPr>
          <p:nvPr/>
        </p:nvSpPr>
        <p:spPr>
          <a:xfrm>
            <a:off x="48577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 scanning, dependency alerts, SAST/container checks, and approvals before deployment.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FD102AE-E58E-4864-8714-5D8D762AC4D9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467E90-0C7A-48A6-985A-B5F60B14591F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57150" cy="14287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437B71-95E6-43E9-B988-55BFAB8881A7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gate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0B3827-B314-4DCE-AF61-8816160E4785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person still approves risk acceptance, production promotion, and emergency changes.</a:t>
            </a:r>
          </a:p>
        </p:txBody>
      </p:sp>
    </p:spTree>
    <p:extLst>
      <p:ext uri="{BB962C8B-B14F-4D97-AF65-F5344CB8AC3E}">
        <p14:creationId xmlns:p14="http://schemas.microsoft.com/office/powerpoint/2010/main" val="190703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A32870C-DC8D-48B0-B7CC-E9D0D0712AD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and Access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B2F57-115E-494F-B3F4-5DD8CC30528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group standards and bank IT Security support from the 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282F5-47A2-4171-B99F-EA8642685F6A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66170-8593-45F6-AC5B-4C8F6263ED7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B9F29-1569-4368-AD7B-CD995C47BBE3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D44F11-AD7F-4286-90EC-C9131EAD28D8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ACDEC-F997-4422-A157-0BC3BC315DD1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4E533-A48E-4F30-ACF2-3ED7A76BBC7F}"/>
              </a:ext>
            </a:extLst>
          </p:cNvPr>
          <p:cNvSpPr>
            <a:spLocks noGrp="1"/>
          </p:cNvSpPr>
          <p:nvPr/>
        </p:nvSpPr>
        <p:spPr>
          <a:xfrm>
            <a:off x="9715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3A350-3940-4FEF-AAF6-9E9B5AB4E061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 for users and groups.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Role-based access by function.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Joiner/mover/leaver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95F840-699F-4CAE-A077-82014886C354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B5E9C-3FE2-4D92-8391-CBE5AF05424D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3AB02-28AF-458A-BF11-5A5C99E3ED9F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and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81B04-AF81-4F60-B05A-D0DCD4AEA30A}"/>
              </a:ext>
            </a:extLst>
          </p:cNvPr>
          <p:cNvSpPr>
            <a:spLocks noGrp="1"/>
          </p:cNvSpPr>
          <p:nvPr/>
        </p:nvSpPr>
        <p:spPr>
          <a:xfrm>
            <a:off x="48196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approval, exception, data change, and access event should produce searchable audit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4750F3-9D1B-4031-BF61-91B2C5DA4F0F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B0254-8B00-4D8C-95A7-FA4634E4AAF2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CC2D0-5A74-439D-9B71-20DB1E8982E8}"/>
              </a:ext>
            </a:extLst>
          </p:cNvPr>
          <p:cNvSpPr>
            <a:spLocks noGrp="1"/>
          </p:cNvSpPr>
          <p:nvPr/>
        </p:nvSpPr>
        <p:spPr>
          <a:xfrm>
            <a:off x="86677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Group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F1A641-241E-479E-91E7-058E61C204C1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/ group IT Security supports standards, review gates, access model, and production readiness.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E577B-B667-4392-9E46-67F6A63ECD47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8191500" cy="53340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AE8481-90F3-4765-8D95-32B72DA76D62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CB2245-5F93-42DF-9E70-50C3C42CAA4E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E24518-8E79-4B9E-8E24-5689BC6F7D53}"/>
              </a:ext>
            </a:extLst>
          </p:cNvPr>
          <p:cNvSpPr>
            <a:spLocks noGrp="1"/>
          </p:cNvSpPr>
          <p:nvPr/>
        </p:nvSpPr>
        <p:spPr>
          <a:xfrm>
            <a:off x="38100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5DCAA1-AE84-4682-9033-C21DD2D0A471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89C26-4060-4F81-8AE8-5E3A1FDB63EA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5C319-A836-46E0-A13A-9FBA6DD1CAAE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D6AD89-BE66-45CD-B3E4-DB3A11AFA099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CA1A11-9007-4695-9664-0DD9AC3806CF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B1108-563C-4BEC-A140-B430E714D43E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Bhawana defines roles and Entra integration.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F81DBA-7A12-49AF-B898-6970AD5C87D7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E44B52-549C-46A5-B06C-816CDA0B606A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must support SSO/RBAC requirements.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9BE9F5-7BF9-4921-8734-85A6BEEE3262}"/>
              </a:ext>
            </a:extLst>
          </p:cNvPr>
          <p:cNvSpPr>
            <a:spLocks noGrp="1"/>
          </p:cNvSpPr>
          <p:nvPr/>
        </p:nvSpPr>
        <p:spPr>
          <a:xfrm>
            <a:off x="1238250" y="4972050"/>
            <a:ext cx="8191500" cy="53340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1F2FB5-31EB-4B15-A382-8BCAAE70E402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B805F6-BCA6-40C8-B218-C86EC3AA7512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6CCF4D-88E6-4E36-8902-088F4B920365}"/>
              </a:ext>
            </a:extLst>
          </p:cNvPr>
          <p:cNvSpPr>
            <a:spLocks noGrp="1"/>
          </p:cNvSpPr>
          <p:nvPr/>
        </p:nvSpPr>
        <p:spPr>
          <a:xfrm>
            <a:off x="38100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platform logs and reporting evidence.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6FB6A5-CA2D-49F5-A9C4-3B6B557BB7CE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5F64DD-DC9B-4DCA-80A5-4AA6E7AED1FF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 export must be tested.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6972D-1F54-491C-9136-D401DCB33B28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911CD6-F4E1-4459-AC9B-B3ABE2DF2E99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1AEE16-26E7-4490-98FC-18CD2564C70E}"/>
              </a:ext>
            </a:extLst>
          </p:cNvPr>
          <p:cNvSpPr>
            <a:spLocks noGrp="1"/>
          </p:cNvSpPr>
          <p:nvPr/>
        </p:nvSpPr>
        <p:spPr>
          <a:xfrm>
            <a:off x="37147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92C700-1DDB-426A-A187-0E6A82BF813B}"/>
              </a:ext>
            </a:extLst>
          </p:cNvPr>
          <p:cNvSpPr>
            <a:spLocks noGrp="1"/>
          </p:cNvSpPr>
          <p:nvPr/>
        </p:nvSpPr>
        <p:spPr>
          <a:xfrm>
            <a:off x="38100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Code and infra reviewed internally.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5CDEBD-4A53-4276-BA14-8788DEAFE417}"/>
              </a:ext>
            </a:extLst>
          </p:cNvPr>
          <p:cNvSpPr>
            <a:spLocks noGrp="1"/>
          </p:cNvSpPr>
          <p:nvPr/>
        </p:nvSpPr>
        <p:spPr>
          <a:xfrm>
            <a:off x="65722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D415C6-0CA1-4A2F-8C58-7FC271DE6C1C}"/>
              </a:ext>
            </a:extLst>
          </p:cNvPr>
          <p:cNvSpPr>
            <a:spLocks noGrp="1"/>
          </p:cNvSpPr>
          <p:nvPr/>
        </p:nvSpPr>
        <p:spPr>
          <a:xfrm>
            <a:off x="66675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audit, penetration test, and contract review.</a:t>
            </a:r>
          </a:p>
        </p:txBody>
      </p:sp>
    </p:spTree>
    <p:extLst>
      <p:ext uri="{BB962C8B-B14F-4D97-AF65-F5344CB8AC3E}">
        <p14:creationId xmlns:p14="http://schemas.microsoft.com/office/powerpoint/2010/main" val="140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318165"/>
            <a:ext cx="11334750" cy="496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C1B1C3A-6E09-4916-AD0C-216CA08740A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33BACB-E287-4D3F-9386-B910485D59C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48A72-23F9-4D13-B61F-FFDA1E5AB6C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AA234-4F12-4B76-BC55-1045B366E4C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9E50A-0F5C-4DEA-89BD-9A4B1584BB1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2C6D3-C00C-482E-90C9-65E3B1B1D1E1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906000" cy="762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AC805E-5BE0-487B-8223-64D329C1FC22}"/>
              </a:ext>
            </a:extLst>
          </p:cNvPr>
          <p:cNvSpPr>
            <a:spLocks noGrp="1"/>
          </p:cNvSpPr>
          <p:nvPr/>
        </p:nvSpPr>
        <p:spPr>
          <a:xfrm>
            <a:off x="15811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ED05D-AC65-4DEE-823A-D4EE9065FE9E}"/>
              </a:ext>
            </a:extLst>
          </p:cNvPr>
          <p:cNvSpPr>
            <a:spLocks noGrp="1"/>
          </p:cNvSpPr>
          <p:nvPr/>
        </p:nvSpPr>
        <p:spPr>
          <a:xfrm>
            <a:off x="15811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3D28BE-6576-4DCE-A85F-2541AA7ABF73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8A6C0-E9EC-4118-8BC4-266D36D191FA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7E346-C67A-453A-8BDA-7463C888537E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0815A-E889-48E7-B58E-7FA926DAC02A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7E23C3-7C62-4C53-9259-EB016B32D16D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DC570-CF2C-4CEA-94B8-DE37F5243DC4}"/>
              </a:ext>
            </a:extLst>
          </p:cNvPr>
          <p:cNvSpPr>
            <a:spLocks noGrp="1"/>
          </p:cNvSpPr>
          <p:nvPr/>
        </p:nvSpPr>
        <p:spPr>
          <a:xfrm>
            <a:off x="43624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181FBA-3469-4DF0-9541-9D7559C2067E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1041F8-E225-438A-A4EB-B5C90C26C774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09A4B5-6F48-49B6-9DB7-224CA3FF6501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44522-9607-4350-B0A6-9FC158E47BB2}"/>
              </a:ext>
            </a:extLst>
          </p:cNvPr>
          <p:cNvSpPr>
            <a:spLocks noGrp="1"/>
          </p:cNvSpPr>
          <p:nvPr/>
        </p:nvSpPr>
        <p:spPr>
          <a:xfrm>
            <a:off x="37909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B3D934-3079-4951-9348-5A4BFECC1BFE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BADCD2-FBA0-4465-B4DC-447C31EA19E5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A7D92D-EFD3-440B-B588-D65C72EBC848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ADDE7-74AE-41F2-8B2B-EB3EBC299CCC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B0F56-125E-4553-B805-9C7167A6E3BD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95636-FDF0-49D9-9CFC-8A1D731FC9BD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924DF0-C6C4-4A18-BAA3-A4BE80515155}"/>
              </a:ext>
            </a:extLst>
          </p:cNvPr>
          <p:cNvSpPr>
            <a:spLocks noGrp="1"/>
          </p:cNvSpPr>
          <p:nvPr/>
        </p:nvSpPr>
        <p:spPr>
          <a:xfrm>
            <a:off x="99250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3F4E32-9F9B-4116-AA4F-EB60879D2D6A}"/>
              </a:ext>
            </a:extLst>
          </p:cNvPr>
          <p:cNvSpPr>
            <a:spLocks noGrp="1"/>
          </p:cNvSpPr>
          <p:nvPr/>
        </p:nvSpPr>
        <p:spPr>
          <a:xfrm>
            <a:off x="99250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7E70C1B-AB79-4814-BF21-4E0B87D1141C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A44F7-ED09-48A3-9AAB-D03FA214ECA2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EB8FF-44AB-412B-93EC-F87D4C44CB79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C7B919-4AA8-4AED-9A89-7771B288AC6C}"/>
              </a:ext>
            </a:extLst>
          </p:cNvPr>
          <p:cNvSpPr>
            <a:spLocks noGrp="1"/>
          </p:cNvSpPr>
          <p:nvPr/>
        </p:nvSpPr>
        <p:spPr>
          <a:xfrm>
            <a:off x="93535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4A27096-8982-4777-AAEE-81881284E682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A38BD7-2949-48BB-B228-86DB5F955B6C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016C95-59B2-4FDE-AE19-80A135575DAD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4104D-C0B3-41C6-8E36-B4A86825B894}"/>
              </a:ext>
            </a:extLst>
          </p:cNvPr>
          <p:cNvSpPr>
            <a:spLocks noGrp="1"/>
          </p:cNvSpPr>
          <p:nvPr/>
        </p:nvSpPr>
        <p:spPr>
          <a:xfrm>
            <a:off x="17526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440D12-C601-42B9-99E1-3CC44380DF9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173C9-605E-42AA-A98F-FADEC45F8F92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2CAAB8-A612-43C1-BACD-6457ABE82890}"/>
              </a:ext>
            </a:extLst>
          </p:cNvPr>
          <p:cNvSpPr>
            <a:spLocks noGrp="1"/>
          </p:cNvSpPr>
          <p:nvPr/>
        </p:nvSpPr>
        <p:spPr>
          <a:xfrm>
            <a:off x="68961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56768D-A1BA-428B-8370-8F42EAFB1D40}"/>
              </a:ext>
            </a:extLst>
          </p:cNvPr>
          <p:cNvSpPr>
            <a:spLocks noGrp="1"/>
          </p:cNvSpPr>
          <p:nvPr/>
        </p:nvSpPr>
        <p:spPr>
          <a:xfrm>
            <a:off x="68961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1610</Words>
  <Application>Microsoft Office PowerPoint</Application>
  <DocSecurity>0</DocSecurity>
  <PresentationFormat>Widescreen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1</cp:revision>
  <dcterms:created xsi:type="dcterms:W3CDTF">2026-06-25T05:59:16Z</dcterms:created>
  <dcterms:modified xsi:type="dcterms:W3CDTF">2026-06-25T06:26:31Z</dcterms:modified>
</cp:coreProperties>
</file>