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8" r:id="rId7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0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p/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p/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Faster: mature features sooner, after due diligence.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Indicative Vendor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Two live proposals, shown at ~€100M annual scale, first three LSPs, before tax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Indicative, pre-tax at ~€100M scale: vendor cost scales with disbursement and AUM; Build cost is mostly infra plus an internal team.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30936" y="1463040"/>
          <a:ext cx="10479024" cy="41696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05456"/>
                <a:gridCol w="2660904"/>
                <a:gridCol w="2660904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Cost element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A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B (current)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Build (in-house)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One-time setup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₹7,500,000 / €69,139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₹0 today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Build effort (TBD)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Fixed yearly cost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₹1,000,000 / €9,219 (AMF)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Floor ₹400,000 / €3,636/mo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Infra ₹3,900,000 / €36,000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- based on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0.20% of disbursement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Tiered % of AUM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at ~€100M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₹21,700,000 / €200,000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Year-1 known cost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₹30,200,000 / €278,358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₹3,900,000 / €36,000 + team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Lock-in / exit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 stated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36 months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Full control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Office PowerPoint</Application>
  <DocSecurity>0</DocSecurity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2026-06-25T05:59:16Z</dcterms:created>
  <dcterms:modified xsi:type="dcterms:W3CDTF">2026-06-25T06:26:31Z</dcterms:modified>
</cp:coreProperties>
</file>